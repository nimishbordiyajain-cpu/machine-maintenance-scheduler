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NO. 139  |  JAVA PROGRAMMING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Maintenance Scheduler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Swing application to schedule preventive maintenance, assign technicians and track repairs.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Nimish Bordiya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150096725027  |  B.Tech CSE (Semester III)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Future Tech, ITM Skills University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92240" y="1097280"/>
            <a:ext cx="2194560" cy="21945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0972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</a:t>
            </a:r>
            <a:endParaRPr lang="en-US" sz="48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factory wants to maintain preventive-maintenance schedules for machines, record service tasks, assign technicians, and track breakdown and repair history.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4114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289304"/>
            <a:ext cx="365760" cy="3657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1289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18872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machine and technician records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865376"/>
            <a:ext cx="4114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965960"/>
            <a:ext cx="365760" cy="3657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86537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maintenance tasks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2542032"/>
            <a:ext cx="4114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642616"/>
            <a:ext cx="365760" cy="3657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54203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due dates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3218688"/>
            <a:ext cx="4114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319272"/>
            <a:ext cx="365760" cy="3657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916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21868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repairs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3895344"/>
            <a:ext cx="4114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995928"/>
            <a:ext cx="365760" cy="3657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916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389534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maintenance history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Maintenance Scheduler  |  Nimish Bordiya  |  150096725027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Concepts &amp; Justification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BaseRecord is inherited by Machine and Technician. Fields are private (encapsulation), one class per real-world object.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37160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371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8745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Identifiable and RecordManager are reusable contracts for IDs and for add / update / find / search behaviour.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9776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63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HashMap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661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and technicians are stored by ID, giving fast lookup, instant duplicate checks and quick updates.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880360"/>
            <a:ext cx="39776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3063240"/>
            <a:ext cx="384048" cy="38404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063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ArrayList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5661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and repair records grow dynamically, keep their order, and are easy to sort by due date.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Maintenance Scheduler  |  Nimish Bordiya  |  150096725027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&amp; Modules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7830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GUI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(MainFrame)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1499616"/>
            <a:ext cx="274320" cy="256032"/>
          </a:xfrm>
          <a:prstGeom prst="rightArrow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118872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188720"/>
            <a:ext cx="17830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(business rules)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499616"/>
            <a:ext cx="274320" cy="256032"/>
          </a:xfrm>
          <a:prstGeom prst="rightArrow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18872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188720"/>
            <a:ext cx="17830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+ ArrayList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in memory)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499616"/>
            <a:ext cx="274320" cy="256032"/>
          </a:xfrm>
          <a:prstGeom prst="rightArrow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118872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188720"/>
            <a:ext cx="17830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maintenance_data.txt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(saved data)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 (tabs)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1280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" y="384048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search, status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47088" y="2880360"/>
            <a:ext cx="1280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58568" y="301752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58568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847088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920240" y="384048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and skills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36976" y="2880360"/>
            <a:ext cx="1280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48456" y="301752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48456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236976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310128" y="384048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due dates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26864" y="2880360"/>
            <a:ext cx="1280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38344" y="301752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38344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626864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700016" y="384048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and fix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16752" y="2880360"/>
            <a:ext cx="1280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28232" y="301752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2823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016752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089904" y="384048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per machine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06640" y="2880360"/>
            <a:ext cx="1280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818120" y="301752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181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40664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7479792" y="384048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live counts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Maintenance Scheduler  |  Nimish Bordiya  |  150096725027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Screenshots: Machines &amp; Technicians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0624" y="1197864"/>
            <a:ext cx="4050792" cy="2459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Machines tab: add, update, search, stat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3977640" cy="23865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8039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tab: add, update, search, status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72584" y="1197864"/>
            <a:ext cx="4050792" cy="2459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Technicians tab: records and 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34440"/>
            <a:ext cx="3977640" cy="23865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09160" y="38039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tab: records and search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Maintenance Scheduler  |  Nimish Bordiya  |  150096725027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Screenshots: Tasks &amp; Repairs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0624" y="1197864"/>
            <a:ext cx="4050792" cy="2459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Maintenance Tasks tab: schedule and due da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3977640" cy="23865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8039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Tasks tab: schedule and due dates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72584" y="1197864"/>
            <a:ext cx="4050792" cy="2459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Repairs tab: breakdown and repa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34440"/>
            <a:ext cx="3977640" cy="23865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09160" y="38039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tab: breakdown and repair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Maintenance Scheduler  |  Nimish Bordiya  |  150096725027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Screenshots: History &amp;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0624" y="1197864"/>
            <a:ext cx="4050792" cy="2459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History tab: log per mach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3977640" cy="23865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8039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tab: log per machine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72584" y="1197864"/>
            <a:ext cx="4050792" cy="2459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Summary tab: nine live cou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34440"/>
            <a:ext cx="3977640" cy="23865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09160" y="38039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tab: nine live counts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Maintenance Scheduler  |  Nimish Bordiya  |  150096725027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Exception Handling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must be unique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empty fields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must be 10 digits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in yyyy-MM-dd format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cannot be in the past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tasks for Out of Service machines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date not before breakdown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776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handling &amp; storage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MaintenanceException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popup instead of a crash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to a text file after every action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loads again on next start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lines are skipped safely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Maintenance Scheduler  |  Nimish Bordiya  |  150096725027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Achieved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94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89304"/>
            <a:ext cx="365760" cy="3657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9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1887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Java prototype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5394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965960"/>
            <a:ext cx="365760" cy="3657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86537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update, search and status management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5394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42616"/>
            <a:ext cx="365760" cy="3657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54203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Collections and OOP design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5394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319272"/>
            <a:ext cx="365760" cy="3657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21868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and business rules handled safely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394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995928"/>
            <a:ext cx="365760" cy="3657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89534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GUI with useful summaries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118872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263640" y="118872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118872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2304288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263640" y="2304288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2304288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concepts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26480" y="3419856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263640" y="3419856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3419856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counts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Maintenance Scheduler  |  Nimish Bordiya  |  150096725027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the practical application of core Java concepts, collections, validation, exception handling, and GUI programming in a machine maintenance scheduler.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Nimish Bordiya  |  150096725027  |  B.Tech CSE, School of Future Tech, ITM Skills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Maintenance Scheduler</dc:title>
  <dc:subject>PptxGenJS Presentation</dc:subject>
  <dc:creator>Nimish Bordiya</dc:creator>
  <cp:lastModifiedBy>Nimish Bordiya</cp:lastModifiedBy>
  <cp:revision>1</cp:revision>
  <dcterms:created xsi:type="dcterms:W3CDTF">2026-10-01T20:36:41Z</dcterms:created>
  <dcterms:modified xsi:type="dcterms:W3CDTF">2026-10-01T20:36:41Z</dcterms:modified>
</cp:coreProperties>
</file>